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Beauty &amp; Health</c:v>
                </c:pt>
                <c:pt idx="1">
                  <c:v>Books</c:v>
                </c:pt>
                <c:pt idx="2">
                  <c:v>Electronics</c:v>
                </c:pt>
                <c:pt idx="3">
                  <c:v>Fashion</c:v>
                </c:pt>
                <c:pt idx="4">
                  <c:v>Grocery</c:v>
                </c:pt>
                <c:pt idx="5">
                  <c:v>Home Decor</c:v>
                </c:pt>
                <c:pt idx="6">
                  <c:v>Toys &amp; Baby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1393287</c:v>
                </c:pt>
                <c:pt idx="1">
                  <c:v>1383049</c:v>
                </c:pt>
                <c:pt idx="2">
                  <c:v>1472455</c:v>
                </c:pt>
                <c:pt idx="3">
                  <c:v>1413938</c:v>
                </c:pt>
                <c:pt idx="4">
                  <c:v>1588793</c:v>
                </c:pt>
                <c:pt idx="5">
                  <c:v>1458119</c:v>
                </c:pt>
                <c:pt idx="6">
                  <c:v>1372822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472000"/>
        <c:axId val="217494272"/>
      </c:barChart>
      <c:catAx>
        <c:axId val="217472000"/>
        <c:scaling>
          <c:orientation val="minMax"/>
        </c:scaling>
        <c:delete val="0"/>
        <c:axPos val="b"/>
        <c:majorTickMark val="out"/>
        <c:minorTickMark val="none"/>
        <c:tickLblPos val="nextTo"/>
        <c:crossAx val="217494272"/>
        <c:crosses val="autoZero"/>
        <c:auto val="1"/>
        <c:lblAlgn val="ctr"/>
        <c:lblOffset val="100"/>
        <c:noMultiLvlLbl val="0"/>
      </c:catAx>
      <c:valAx>
        <c:axId val="2174942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747200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BE13A1C-01AC-4C2A-824F-239F8DDE8139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A329207-E2B2-42C2-848D-F3EBBD8A3A7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55976" y="4941168"/>
            <a:ext cx="3970784" cy="720080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Name: D Manjula</a:t>
            </a:r>
          </a:p>
          <a:p>
            <a:r>
              <a:rPr lang="en-IN" dirty="0"/>
              <a:t>Rollno:AF05059785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700808"/>
            <a:ext cx="7211144" cy="1728192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Flipkart Sales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58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project analyzes </a:t>
            </a:r>
            <a:r>
              <a:rPr lang="en-US" dirty="0" err="1" smtClean="0"/>
              <a:t>Flipkart</a:t>
            </a:r>
            <a:r>
              <a:rPr lang="en-US" dirty="0" smtClean="0"/>
              <a:t> sales data.</a:t>
            </a:r>
          </a:p>
          <a:p>
            <a:r>
              <a:rPr lang="en-US" dirty="0" smtClean="0"/>
              <a:t>Data is taken from Excel dataset.</a:t>
            </a:r>
          </a:p>
          <a:p>
            <a:r>
              <a:rPr lang="en-US" dirty="0" smtClean="0"/>
              <a:t>Power BI dashboard is created for visualization.</a:t>
            </a:r>
          </a:p>
          <a:p>
            <a:r>
              <a:rPr lang="en-US" dirty="0" smtClean="0"/>
              <a:t>The main goal is to understand sales performance and trends.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28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Records: 1006</a:t>
            </a:r>
          </a:p>
          <a:p>
            <a:r>
              <a:rPr lang="en-US" dirty="0" smtClean="0"/>
              <a:t>Total Sales (Overall Numeric Sum): 10148559.1</a:t>
            </a:r>
          </a:p>
          <a:p>
            <a:r>
              <a:rPr lang="en-US" dirty="0" smtClean="0"/>
              <a:t>Number of Columns: 9</a:t>
            </a:r>
          </a:p>
          <a:p>
            <a:r>
              <a:rPr lang="en-US" dirty="0" smtClean="0"/>
              <a:t>Key Columns: Order ID, Product Category, Sales Amount, Quantity Sold, Order Date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400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Identified important sales-related column.</a:t>
            </a:r>
          </a:p>
          <a:p>
            <a:r>
              <a:rPr lang="en-US" dirty="0" smtClean="0"/>
              <a:t>Analyzed product/category performance.</a:t>
            </a:r>
          </a:p>
          <a:p>
            <a:r>
              <a:rPr lang="en-US" dirty="0" smtClean="0"/>
              <a:t>Compared revenue contribution.</a:t>
            </a:r>
          </a:p>
          <a:p>
            <a:r>
              <a:rPr lang="en-US" dirty="0" smtClean="0"/>
              <a:t>Dashboard helps in decision making.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72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Sales by Category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31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Dashboard includes sales KPIs.</a:t>
            </a:r>
          </a:p>
          <a:p>
            <a:r>
              <a:rPr lang="en-US" dirty="0" smtClean="0"/>
              <a:t>Visuals like bar charts, pie charts, and line charts.</a:t>
            </a:r>
          </a:p>
          <a:p>
            <a:r>
              <a:rPr lang="en-US" dirty="0" smtClean="0"/>
              <a:t>Filters used for category and date analysis.</a:t>
            </a:r>
          </a:p>
          <a:p>
            <a:r>
              <a:rPr lang="en-US" dirty="0" smtClean="0"/>
              <a:t>Helps managers track performance easily.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Power BI Dashboard Explanation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04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Sales analysis provides business insights.</a:t>
            </a:r>
          </a:p>
          <a:p>
            <a:r>
              <a:rPr lang="en-US" dirty="0" smtClean="0"/>
              <a:t>Categories with high sales can be promoted.</a:t>
            </a:r>
          </a:p>
          <a:p>
            <a:r>
              <a:rPr lang="en-US" dirty="0" smtClean="0"/>
              <a:t>Data-driven decisions improve profitability.</a:t>
            </a:r>
          </a:p>
          <a:p>
            <a:r>
              <a:rPr lang="en-US" dirty="0" smtClean="0"/>
              <a:t>Power BI makes analysis simple and visual.</a:t>
            </a:r>
          </a:p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528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44</TotalTime>
  <Words>166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Concourse</vt:lpstr>
      <vt:lpstr>Flipkart Sales Data</vt:lpstr>
      <vt:lpstr>Introduction</vt:lpstr>
      <vt:lpstr>Dataset Overview</vt:lpstr>
      <vt:lpstr>Key Insights</vt:lpstr>
      <vt:lpstr>Sales by Category</vt:lpstr>
      <vt:lpstr>Power BI Dashboard Explanation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DATA</dc:title>
  <dc:creator>DELL</dc:creator>
  <cp:lastModifiedBy>DELL</cp:lastModifiedBy>
  <cp:revision>4</cp:revision>
  <dcterms:created xsi:type="dcterms:W3CDTF">2026-02-18T02:36:40Z</dcterms:created>
  <dcterms:modified xsi:type="dcterms:W3CDTF">2026-02-18T04:07:03Z</dcterms:modified>
</cp:coreProperties>
</file>